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1897" autoAdjust="0"/>
  </p:normalViewPr>
  <p:slideViewPr>
    <p:cSldViewPr snapToGrid="0">
      <p:cViewPr>
        <p:scale>
          <a:sx n="68" d="100"/>
          <a:sy n="68" d="100"/>
        </p:scale>
        <p:origin x="8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A6D41-722F-4E50-36EA-8EB2ACB574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9355C9-2333-4FAC-A4D7-2B02B9E77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804875-A0F1-E2C0-8396-C325EA47E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A7F05-2552-49A8-A7CA-D3C631AA18A5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D266C-D615-F8D5-AEF3-093499455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C9E3A7-916F-6A61-EF80-037CAF1BE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F9A4D-DA45-4AC6-B021-FDAA5DAE91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9059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D7EC5-E76C-52A6-5EA9-5E1024952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3D199-F834-ED75-CA6C-565BA7290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9B12A-6FDC-BD69-418B-AD4A646CD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A7F05-2552-49A8-A7CA-D3C631AA18A5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4783E-ECED-BE51-C720-B48CC1089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F5838-9215-A548-E4F8-866A3BB3D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F9A4D-DA45-4AC6-B021-FDAA5DAE91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3317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F1274-5FDF-F072-1A94-E88C64307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82EAA4-5B3E-9814-14F8-D75F6E1F76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2A9F5-FC41-C10F-9E0A-A69A780BA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A7F05-2552-49A8-A7CA-D3C631AA18A5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E8F41-F0AE-8B3C-156D-48D026F11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5A49E-DC1A-0100-A683-B0FAC33FC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F9A4D-DA45-4AC6-B021-FDAA5DAE91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2131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95CD9-F9FC-CCF6-1F0D-E3A9AD8F7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3BC75-F95C-DD54-1A54-D2871706E5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03A820-4CB5-61E8-0919-657819789C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F75936-D4D2-8580-1F0B-A746CF171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A7F05-2552-49A8-A7CA-D3C631AA18A5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7C5FF0-2E1C-70DA-B635-7C04A92B1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6D8A68-DFA9-5BE1-46ED-BE8B7C7C6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F9A4D-DA45-4AC6-B021-FDAA5DAE91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2080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5927A-07AB-5E6C-B7A3-8AF6943B3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AE73AD-8F95-36C6-4564-63C045770D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28F31D-7D77-76E9-401C-B0CDFA8A64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237B8A-E403-FCFD-CEC0-55371E0A96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B7110C-0E78-20A1-36A4-CB20A8841F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5E757B-4DD8-BE4F-5B60-2F8975BE6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A7F05-2552-49A8-A7CA-D3C631AA18A5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D34D1B-93C4-B293-A10D-53A803906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2535F7-9B58-CCD3-93EC-C33AFC7BC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F9A4D-DA45-4AC6-B021-FDAA5DAE91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3257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403A0-2BB8-965A-E0C1-7737CECA6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384DF1-E3F3-502E-51D0-8122D547B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A7F05-2552-49A8-A7CA-D3C631AA18A5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DCF977-88A2-65CD-5902-6F84B515B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99BD09-C5A9-197F-6FC6-9D36C1C6E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F9A4D-DA45-4AC6-B021-FDAA5DAE91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4461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EED31A-4296-D7DE-BDA1-C3E784CFB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A7F05-2552-49A8-A7CA-D3C631AA18A5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01556D-D12E-84C7-0BC0-2F0113EA4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8755B3-92B7-03A3-AAEF-5B6E4E46E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F9A4D-DA45-4AC6-B021-FDAA5DAE91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0930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8392C-98E7-9079-5629-B1681C3EB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0CBD4-52E1-AC32-A225-64D03CBBE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45F457-9874-D190-A510-A97EADF114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85AF7E-E886-6971-AC0A-A95B84EAC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A7F05-2552-49A8-A7CA-D3C631AA18A5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23159B-4E27-A2D4-8339-ABD6FBE72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C77A64-186F-79C4-959C-1938BA5D1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F9A4D-DA45-4AC6-B021-FDAA5DAE91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2653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2779B-AF62-12B0-A5D7-0D47D09E6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219F0F-8599-8EE5-9C04-38E541FBD0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E72604-24AF-172F-2DFE-EA064B8D63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3DEAFD-DDA5-4105-D26D-6A26B823C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A7F05-2552-49A8-A7CA-D3C631AA18A5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D2DD8F-38CD-FA63-2765-231A30E88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D357F-AC0B-7B99-D512-3A53197E8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F9A4D-DA45-4AC6-B021-FDAA5DAE91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5162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33CF2-345A-8072-AC6F-D62E71F7F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C6DE0E-7E76-B61D-1832-19D0BC51C0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65ADC6-890D-CBCC-47FE-6052282BF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A7F05-2552-49A8-A7CA-D3C631AA18A5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EBDAE-F935-CC04-992E-62E9E1B30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2D98CD-DE7F-FE38-419A-036FF0856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F9A4D-DA45-4AC6-B021-FDAA5DAE91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8393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8AA037-2CA9-1494-9DD5-C2D9F2E674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E46E10-7603-9CC8-AC1E-D0628CEA16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01D49E-0137-5A88-1884-2F57AF11B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A7F05-2552-49A8-A7CA-D3C631AA18A5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F08D3-F11C-5282-D9BD-2629DE9B1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6B877C-969A-E1B2-9457-3F3505DB3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F9A4D-DA45-4AC6-B021-FDAA5DAE91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170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DA9C51-A27C-9E2A-0D1C-71368B58E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78C5D9-6329-7B51-671A-B65C51A098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FA0A2-3138-459C-6794-FE4646C75A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5A7F05-2552-49A8-A7CA-D3C631AA18A5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352A0-EBFC-4635-654F-E575C21A01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42253-A6AD-6781-11FA-F5EE7E4528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BF9A4D-DA45-4AC6-B021-FDAA5DAE91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9286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CA8CA-4249-7F76-7E1C-CDCCB135D3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4435CB-B62F-5157-4B90-EFA975DA52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9F58F7-562C-B1F5-A465-ED7A2AA184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40508"/>
            <a:ext cx="12192000" cy="5376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636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350FF-A900-6203-DBB4-669BBE3A3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567520A-DC60-5135-AB54-6EA83F8F71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625883"/>
          </a:xfrm>
        </p:spPr>
      </p:pic>
    </p:spTree>
    <p:extLst>
      <p:ext uri="{BB962C8B-B14F-4D97-AF65-F5344CB8AC3E}">
        <p14:creationId xmlns:p14="http://schemas.microsoft.com/office/powerpoint/2010/main" val="3804458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FEC92-F8F9-414B-CB71-0A29020E0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047A1F4-F098-8098-B375-B945D74040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863634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1733F-AABF-32AF-34D1-8EEE8CFDA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9CE346-4F13-597F-6060-500D9DC025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502576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04A03-45E8-3667-04DB-54B9B4E8A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74FC965-65FA-1A18-9844-6672411028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380598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205A0-8714-FC78-C4F1-85AE73F35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E37472-A366-A714-3DFC-14D5F563D2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521763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EEA02-13D9-2117-4AD7-00A71F98C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26487D-F297-BF9B-3E31-08E2E356B5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1"/>
          </a:xfrm>
        </p:spPr>
      </p:pic>
    </p:spTree>
    <p:extLst>
      <p:ext uri="{BB962C8B-B14F-4D97-AF65-F5344CB8AC3E}">
        <p14:creationId xmlns:p14="http://schemas.microsoft.com/office/powerpoint/2010/main" val="5062458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EFB6B-D441-3545-0A00-62F045858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1241C6-EE5D-4846-69FC-996288BB33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4158194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AB721-AEDF-F19A-1870-39EDAAC9A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EBCF5F3-530C-86EC-3CAB-474EE3C75C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1218289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666EA-DD71-CA85-6C61-A0906966D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83E20A-B757-CBF6-6094-84015D9C6C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42074489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ED41E-936D-35BE-84AC-6DB6555A1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CF94182-F2A4-1B97-2701-C2C7970907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8892"/>
            <a:ext cx="12192000" cy="7015784"/>
          </a:xfrm>
        </p:spPr>
      </p:pic>
    </p:spTree>
    <p:extLst>
      <p:ext uri="{BB962C8B-B14F-4D97-AF65-F5344CB8AC3E}">
        <p14:creationId xmlns:p14="http://schemas.microsoft.com/office/powerpoint/2010/main" val="25361154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16CC8-A48E-88B2-90D3-5101A418B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0E95358-64C7-247C-E8B9-49E6B6E8DE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1"/>
          </a:xfrm>
        </p:spPr>
      </p:pic>
    </p:spTree>
    <p:extLst>
      <p:ext uri="{BB962C8B-B14F-4D97-AF65-F5344CB8AC3E}">
        <p14:creationId xmlns:p14="http://schemas.microsoft.com/office/powerpoint/2010/main" val="32299549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58753-1313-54E6-A17E-8280DB45C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A2B2BF-60F5-2DE1-AEF1-02F9FB45CE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6069005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B6551-AA17-5311-93B8-BAEE2C95D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BBFE64-8F69-DAD5-FF18-E304E2D8F3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66260"/>
            <a:ext cx="12191999" cy="6858000"/>
          </a:xfrm>
        </p:spPr>
      </p:pic>
    </p:spTree>
    <p:extLst>
      <p:ext uri="{BB962C8B-B14F-4D97-AF65-F5344CB8AC3E}">
        <p14:creationId xmlns:p14="http://schemas.microsoft.com/office/powerpoint/2010/main" val="15047033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72431-B143-D450-82F3-50BFA2290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5DEEBB-3548-DD36-83E6-85AB594DE2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8" y="-98474"/>
            <a:ext cx="12124006" cy="7602110"/>
          </a:xfrm>
        </p:spPr>
      </p:pic>
    </p:spTree>
    <p:extLst>
      <p:ext uri="{BB962C8B-B14F-4D97-AF65-F5344CB8AC3E}">
        <p14:creationId xmlns:p14="http://schemas.microsoft.com/office/powerpoint/2010/main" val="6209669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C8CF5-B39B-B3DA-62F0-92FDA4479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3FC64C6-5104-7698-7AEC-6198A830FE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85" y="182562"/>
            <a:ext cx="12101029" cy="6492875"/>
          </a:xfrm>
        </p:spPr>
      </p:pic>
    </p:spTree>
    <p:extLst>
      <p:ext uri="{BB962C8B-B14F-4D97-AF65-F5344CB8AC3E}">
        <p14:creationId xmlns:p14="http://schemas.microsoft.com/office/powerpoint/2010/main" val="18517119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E029D-7124-E4AF-434B-B99CCE471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DA0A97-2B13-3387-B2B5-B551CFDB8D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232"/>
            <a:ext cx="12192000" cy="6809768"/>
          </a:xfrm>
        </p:spPr>
      </p:pic>
    </p:spTree>
    <p:extLst>
      <p:ext uri="{BB962C8B-B14F-4D97-AF65-F5344CB8AC3E}">
        <p14:creationId xmlns:p14="http://schemas.microsoft.com/office/powerpoint/2010/main" val="7217754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shekhar papat</dc:creator>
  <cp:lastModifiedBy>shekhar papat</cp:lastModifiedBy>
  <cp:revision>1</cp:revision>
  <dcterms:created xsi:type="dcterms:W3CDTF">2026-01-30T15:24:44Z</dcterms:created>
  <dcterms:modified xsi:type="dcterms:W3CDTF">2026-01-30T15:25:05Z</dcterms:modified>
</cp:coreProperties>
</file>